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10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kab.ac.ug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kab.ac.ug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kab.ac.ug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kab.ac.u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/>
          <p:cNvPicPr preferRelativeResize="0"/>
          <p:nvPr/>
        </p:nvPicPr>
        <p:blipFill rotWithShape="1">
          <a:blip r:embed="rId2">
            <a:alphaModFix/>
          </a:blip>
          <a:srcRect l="162" r="160"/>
          <a:stretch/>
        </p:blipFill>
        <p:spPr>
          <a:xfrm>
            <a:off x="7145" y="2699276"/>
            <a:ext cx="9143999" cy="17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>
            <a:spLocks noGrp="1"/>
          </p:cNvSpPr>
          <p:nvPr>
            <p:ph type="ctrTitle"/>
          </p:nvPr>
        </p:nvSpPr>
        <p:spPr>
          <a:xfrm>
            <a:off x="732633" y="2819402"/>
            <a:ext cx="7678736" cy="1560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003366"/>
                </a:solidFill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1"/>
          </p:nvPr>
        </p:nvSpPr>
        <p:spPr>
          <a:xfrm>
            <a:off x="779464" y="4724400"/>
            <a:ext cx="7678736" cy="1250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  <a:defRPr>
                <a:solidFill>
                  <a:srgbClr val="0B8C45"/>
                </a:solidFill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56" name="Google Shape;156;p25"/>
          <p:cNvSpPr txBox="1">
            <a:spLocks noGrp="1"/>
          </p:cNvSpPr>
          <p:nvPr>
            <p:ph type="dt" idx="10"/>
          </p:nvPr>
        </p:nvSpPr>
        <p:spPr>
          <a:xfrm>
            <a:off x="685800" y="619820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6553200" y="619820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8" name="Google Shape;158;p25"/>
          <p:cNvSpPr/>
          <p:nvPr/>
        </p:nvSpPr>
        <p:spPr>
          <a:xfrm>
            <a:off x="0" y="6730699"/>
            <a:ext cx="9144000" cy="127303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2085" y="299689"/>
            <a:ext cx="1699834" cy="226644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D5933A6-5DBC-6115-3F6E-D332003282DC}"/>
              </a:ext>
            </a:extLst>
          </p:cNvPr>
          <p:cNvSpPr/>
          <p:nvPr/>
        </p:nvSpPr>
        <p:spPr bwMode="auto">
          <a:xfrm>
            <a:off x="0" y="6730698"/>
            <a:ext cx="9144000" cy="127303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2" name="Picture 11">
            <a:hlinkClick r:id="rId3"/>
            <a:extLst>
              <a:ext uri="{FF2B5EF4-FFF2-40B4-BE49-F238E27FC236}">
                <a16:creationId xmlns:a16="http://schemas.microsoft.com/office/drawing/2014/main" id="{D69B3002-FE57-D761-01BC-72D0A3063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3722084" y="299689"/>
            <a:ext cx="1699834" cy="22664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55F15A-DB73-97B8-7E06-42748D7AB3E0}"/>
              </a:ext>
            </a:extLst>
          </p:cNvPr>
          <p:cNvSpPr txBox="1"/>
          <p:nvPr/>
        </p:nvSpPr>
        <p:spPr>
          <a:xfrm>
            <a:off x="3086942" y="6383180"/>
            <a:ext cx="29701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25000"/>
                  </a:schemeClr>
                </a:solidFill>
              </a:rPr>
              <a:t>Template designed by the eLearning Unit @Kab</a:t>
            </a:r>
          </a:p>
        </p:txBody>
      </p:sp>
    </p:spTree>
    <p:extLst>
      <p:ext uri="{BB962C8B-B14F-4D97-AF65-F5344CB8AC3E}">
        <p14:creationId xmlns:p14="http://schemas.microsoft.com/office/powerpoint/2010/main" val="162786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8"/>
          <p:cNvGrpSpPr/>
          <p:nvPr/>
        </p:nvGrpSpPr>
        <p:grpSpPr>
          <a:xfrm>
            <a:off x="7144" y="1"/>
            <a:ext cx="9143999" cy="1419503"/>
            <a:chOff x="9525" y="2"/>
            <a:chExt cx="12191999" cy="1419503"/>
          </a:xfrm>
        </p:grpSpPr>
        <p:pic>
          <p:nvPicPr>
            <p:cNvPr id="183" name="Google Shape;183;p28"/>
            <p:cNvPicPr preferRelativeResize="0"/>
            <p:nvPr/>
          </p:nvPicPr>
          <p:blipFill rotWithShape="1">
            <a:blip r:embed="rId2">
              <a:alphaModFix/>
            </a:blip>
            <a:srcRect l="162" r="160" b="31313"/>
            <a:stretch/>
          </p:blipFill>
          <p:spPr>
            <a:xfrm>
              <a:off x="9525" y="2"/>
              <a:ext cx="12191999" cy="12339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8"/>
            <p:cNvSpPr/>
            <p:nvPr/>
          </p:nvSpPr>
          <p:spPr>
            <a:xfrm>
              <a:off x="9525" y="1338782"/>
              <a:ext cx="12191999" cy="80723"/>
            </a:xfrm>
            <a:prstGeom prst="rect">
              <a:avLst/>
            </a:prstGeom>
            <a:solidFill>
              <a:srgbClr val="0072B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434033" y="304801"/>
            <a:ext cx="8151812" cy="91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75" b="1" i="0" u="none" strike="noStrike" cap="none" dirty="0">
                <a:solidFill>
                  <a:srgbClr val="003366"/>
                </a:solidFill>
                <a:latin typeface="+mj-lt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531664" y="1594320"/>
            <a:ext cx="3978275" cy="416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33019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2BC"/>
              </a:buClr>
              <a:buSzPts val="1600"/>
              <a:buChar char="▪"/>
              <a:defRPr sz="1800">
                <a:solidFill>
                  <a:srgbClr val="003366"/>
                </a:solidFill>
                <a:latin typeface="+mn-lt"/>
              </a:defRPr>
            </a:lvl1pPr>
            <a:lvl2pPr marL="914378" lvl="1" indent="-31114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8C45"/>
              </a:buClr>
              <a:buSzPts val="1300"/>
              <a:buChar char="▪"/>
              <a:defRPr sz="1800"/>
            </a:lvl2pPr>
            <a:lvl3pPr marL="1371566" lvl="2" indent="-3238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2BC"/>
              </a:buClr>
              <a:buSzPts val="1500"/>
              <a:buFont typeface="Gill Sans"/>
              <a:buChar char="•"/>
              <a:defRPr sz="1500"/>
            </a:lvl3pPr>
            <a:lvl4pPr marL="1828754" lvl="3" indent="-31749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B8C45"/>
              </a:buClr>
              <a:buSzPts val="1400"/>
              <a:buFont typeface="Gill Sans"/>
              <a:buChar char="•"/>
              <a:defRPr sz="1400"/>
            </a:lvl4pPr>
            <a:lvl5pPr marL="2285943" lvl="4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2BC"/>
              </a:buClr>
              <a:buSzPts val="1100"/>
              <a:buFont typeface="Gill Sans"/>
              <a:buChar char="•"/>
              <a:defRPr sz="1400"/>
            </a:lvl5pPr>
            <a:lvl6pPr marL="2743132" lvl="5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6pPr>
            <a:lvl7pPr marL="3200320" lvl="6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7pPr>
            <a:lvl8pPr marL="3657509" lvl="7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8pPr>
            <a:lvl9pPr marL="4114697" lvl="8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2"/>
          </p:nvPr>
        </p:nvSpPr>
        <p:spPr>
          <a:xfrm>
            <a:off x="4663926" y="1594320"/>
            <a:ext cx="3979862" cy="416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33019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2BC"/>
              </a:buClr>
              <a:buSzPts val="1600"/>
              <a:buChar char="▪"/>
              <a:defRPr lang="en-US" sz="1800" b="0" i="0" u="none" strike="noStrike" cap="none" dirty="0">
                <a:solidFill>
                  <a:srgbClr val="003366"/>
                </a:solidFill>
                <a:latin typeface="+mn-lt"/>
                <a:ea typeface="Gill Sans"/>
                <a:cs typeface="Gill Sans"/>
                <a:sym typeface="Gill Sans"/>
              </a:defRPr>
            </a:lvl1pPr>
            <a:lvl2pPr marL="914378" lvl="1" indent="-31114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8C45"/>
              </a:buClr>
              <a:buSzPts val="1300"/>
              <a:buChar char="▪"/>
              <a:defRPr sz="1800"/>
            </a:lvl2pPr>
            <a:lvl3pPr marL="1371566" lvl="2" indent="-3238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2BC"/>
              </a:buClr>
              <a:buSzPts val="1500"/>
              <a:buFont typeface="Gill Sans"/>
              <a:buChar char="•"/>
              <a:defRPr sz="1500"/>
            </a:lvl3pPr>
            <a:lvl4pPr marL="1828754" lvl="3" indent="-31749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B8C45"/>
              </a:buClr>
              <a:buSzPts val="1400"/>
              <a:buFont typeface="Gill Sans"/>
              <a:buChar char="•"/>
              <a:defRPr sz="1400"/>
            </a:lvl4pPr>
            <a:lvl5pPr marL="2285943" lvl="4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2BC"/>
              </a:buClr>
              <a:buSzPts val="1100"/>
              <a:buFont typeface="Gill Sans"/>
              <a:buChar char="•"/>
              <a:defRPr sz="1400"/>
            </a:lvl5pPr>
            <a:lvl6pPr marL="2743132" lvl="5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6pPr>
            <a:lvl7pPr marL="3200320" lvl="6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7pPr>
            <a:lvl8pPr marL="3657509" lvl="7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8pPr>
            <a:lvl9pPr marL="4114697" lvl="8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Gill Sans"/>
              <a:buChar char="•"/>
              <a:defRPr sz="1400"/>
            </a:lvl9pPr>
          </a:lstStyle>
          <a:p>
            <a:pPr marL="457189" marR="0" lvl="0" indent="-330192" algn="l" rtl="0" ea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2BC"/>
              </a:buClr>
              <a:buSzPts val="1600"/>
              <a:buFont typeface="Noto Sans Symbols"/>
              <a:buChar char="▪"/>
            </a:pPr>
            <a:r>
              <a:rPr lang="en-US"/>
              <a:t>Click to edit Master text styles</a:t>
            </a:r>
          </a:p>
        </p:txBody>
      </p:sp>
      <p:sp>
        <p:nvSpPr>
          <p:cNvPr id="188" name="Google Shape;188;p28"/>
          <p:cNvSpPr txBox="1">
            <a:spLocks noGrp="1"/>
          </p:cNvSpPr>
          <p:nvPr>
            <p:ph type="ftr" idx="11"/>
          </p:nvPr>
        </p:nvSpPr>
        <p:spPr>
          <a:xfrm>
            <a:off x="3131343" y="611487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en-US"/>
          </a:p>
        </p:txBody>
      </p:sp>
      <p:sp>
        <p:nvSpPr>
          <p:cNvPr id="189" name="Google Shape;189;p28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3312F89-A23B-2D9B-0421-F5DD91E268F1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69">
            <a:extLst>
              <a:ext uri="{FF2B5EF4-FFF2-40B4-BE49-F238E27FC236}">
                <a16:creationId xmlns:a16="http://schemas.microsoft.com/office/drawing/2014/main" id="{365560A4-1C1F-14E3-F98E-0C597B8A1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pic>
        <p:nvPicPr>
          <p:cNvPr id="17" name="Picture 16">
            <a:hlinkClick r:id="rId3"/>
            <a:extLst>
              <a:ext uri="{FF2B5EF4-FFF2-40B4-BE49-F238E27FC236}">
                <a16:creationId xmlns:a16="http://schemas.microsoft.com/office/drawing/2014/main" id="{05C2FCDF-F0B2-1298-154B-1F1D536C1A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71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senter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34E666-EF00-7359-35DF-C5589E841A15}"/>
              </a:ext>
            </a:extLst>
          </p:cNvPr>
          <p:cNvSpPr/>
          <p:nvPr/>
        </p:nvSpPr>
        <p:spPr bwMode="auto">
          <a:xfrm>
            <a:off x="7144" y="3525557"/>
            <a:ext cx="9143999" cy="80723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2A654-B5C8-4243-4F6A-13E104C5E6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67" t="-317" r="17118" b="317"/>
          <a:stretch/>
        </p:blipFill>
        <p:spPr>
          <a:xfrm>
            <a:off x="7144" y="0"/>
            <a:ext cx="9136856" cy="34466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94D06-B692-B971-0608-55D2260B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350" y="1735592"/>
            <a:ext cx="4718051" cy="1090613"/>
          </a:xfrm>
        </p:spPr>
        <p:txBody>
          <a:bodyPr anchor="ctr"/>
          <a:lstStyle>
            <a:lvl1pPr>
              <a:defRPr sz="3000" b="1">
                <a:solidFill>
                  <a:srgbClr val="00336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8C4D3B5-4F9F-511C-AC82-7A0EA00B6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43351" y="3830472"/>
            <a:ext cx="4761800" cy="1821542"/>
          </a:xfrm>
        </p:spPr>
        <p:txBody>
          <a:bodyPr/>
          <a:lstStyle>
            <a:lvl1pPr marL="0" indent="0" algn="l">
              <a:buNone/>
              <a:defRPr sz="1350" b="1">
                <a:solidFill>
                  <a:srgbClr val="0072BC"/>
                </a:solidFill>
                <a:latin typeface="+mn-lt"/>
              </a:defRPr>
            </a:lvl1pPr>
            <a:lvl2pPr marL="342900" indent="0" algn="l">
              <a:buNone/>
              <a:defRPr sz="1200" b="1">
                <a:solidFill>
                  <a:srgbClr val="0B8C45"/>
                </a:solidFill>
                <a:latin typeface="+mn-lt"/>
              </a:defRPr>
            </a:lvl2pPr>
            <a:lvl3pPr marL="685800" indent="0" algn="l">
              <a:buNone/>
              <a:defRPr sz="1050">
                <a:latin typeface="+mn-lt"/>
              </a:defRPr>
            </a:lvl3pPr>
            <a:lvl4pPr marL="1028700" indent="0" algn="l">
              <a:buNone/>
              <a:defRPr sz="900">
                <a:latin typeface="+mn-lt"/>
              </a:defRPr>
            </a:lvl4pPr>
            <a:lvl5pPr marL="1371600" indent="0" algn="l"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1396BC-71BE-B9DB-B916-0148CD7C1EEB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69">
            <a:extLst>
              <a:ext uri="{FF2B5EF4-FFF2-40B4-BE49-F238E27FC236}">
                <a16:creationId xmlns:a16="http://schemas.microsoft.com/office/drawing/2014/main" id="{172D7069-DFE2-5022-D58E-F4A4DBEE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C38FC6-D428-9553-6B83-A267FF9F1CB3}"/>
              </a:ext>
            </a:extLst>
          </p:cNvPr>
          <p:cNvSpPr/>
          <p:nvPr/>
        </p:nvSpPr>
        <p:spPr bwMode="auto">
          <a:xfrm>
            <a:off x="419100" y="1556685"/>
            <a:ext cx="2895600" cy="3860800"/>
          </a:xfrm>
          <a:prstGeom prst="ellipse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2" name="Picture 11">
            <a:hlinkClick r:id="rId3"/>
            <a:extLst>
              <a:ext uri="{FF2B5EF4-FFF2-40B4-BE49-F238E27FC236}">
                <a16:creationId xmlns:a16="http://schemas.microsoft.com/office/drawing/2014/main" id="{77F481B2-1312-FBFF-89BF-9D5778311D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5B034B-95B1-2BE6-81C9-FE70C76378AB}"/>
              </a:ext>
            </a:extLst>
          </p:cNvPr>
          <p:cNvSpPr txBox="1"/>
          <p:nvPr/>
        </p:nvSpPr>
        <p:spPr>
          <a:xfrm>
            <a:off x="3886200" y="6167439"/>
            <a:ext cx="29701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750" dirty="0">
                <a:solidFill>
                  <a:schemeClr val="bg1">
                    <a:lumMod val="25000"/>
                  </a:schemeClr>
                </a:solidFill>
              </a:rPr>
              <a:t>Template designed by the eLearning Unit @Kab</a:t>
            </a:r>
          </a:p>
        </p:txBody>
      </p:sp>
    </p:spTree>
    <p:extLst>
      <p:ext uri="{BB962C8B-B14F-4D97-AF65-F5344CB8AC3E}">
        <p14:creationId xmlns:p14="http://schemas.microsoft.com/office/powerpoint/2010/main" val="357165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er Detail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34E666-EF00-7359-35DF-C5589E841A15}"/>
              </a:ext>
            </a:extLst>
          </p:cNvPr>
          <p:cNvSpPr/>
          <p:nvPr/>
        </p:nvSpPr>
        <p:spPr bwMode="auto">
          <a:xfrm>
            <a:off x="7144" y="3525557"/>
            <a:ext cx="9143999" cy="80723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2A654-B5C8-4243-4F6A-13E104C5E6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67" t="-317" r="17118" b="317"/>
          <a:stretch/>
        </p:blipFill>
        <p:spPr>
          <a:xfrm>
            <a:off x="7144" y="0"/>
            <a:ext cx="9136856" cy="34466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94D06-B692-B971-0608-55D2260B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07" y="632690"/>
            <a:ext cx="7481243" cy="1090613"/>
          </a:xfrm>
        </p:spPr>
        <p:txBody>
          <a:bodyPr anchor="ctr"/>
          <a:lstStyle>
            <a:lvl1pPr marR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lang="en-US" sz="2700" b="1" i="0" u="none" strike="noStrike" cap="none" dirty="0">
                <a:solidFill>
                  <a:srgbClr val="003366"/>
                </a:solidFill>
                <a:latin typeface="+mj-lt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8C4D3B5-4F9F-511C-AC82-7A0EA00B6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18" y="4877095"/>
            <a:ext cx="1956380" cy="1005681"/>
          </a:xfrm>
        </p:spPr>
        <p:txBody>
          <a:bodyPr/>
          <a:lstStyle>
            <a:lvl1pPr marL="0" indent="0" algn="ctr">
              <a:buNone/>
              <a:defRPr sz="1050" b="1">
                <a:solidFill>
                  <a:srgbClr val="0072BC"/>
                </a:solidFill>
                <a:latin typeface="+mn-lt"/>
              </a:defRPr>
            </a:lvl1pPr>
            <a:lvl2pPr marL="342900" indent="0" algn="ctr">
              <a:buNone/>
              <a:defRPr sz="900" b="1">
                <a:solidFill>
                  <a:srgbClr val="0B8C45"/>
                </a:solidFill>
                <a:latin typeface="+mn-lt"/>
              </a:defRPr>
            </a:lvl2pPr>
            <a:lvl3pPr marL="685800" indent="0" algn="ctr">
              <a:buNone/>
              <a:defRPr sz="825">
                <a:latin typeface="+mn-lt"/>
              </a:defRPr>
            </a:lvl3pPr>
            <a:lvl4pPr marL="1028700" indent="0" algn="ctr">
              <a:buNone/>
              <a:defRPr sz="788">
                <a:latin typeface="+mn-lt"/>
              </a:defRPr>
            </a:lvl4pPr>
            <a:lvl5pPr marL="1371600" indent="0" algn="ctr">
              <a:buNone/>
              <a:defRPr sz="78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1396BC-71BE-B9DB-B916-0148CD7C1EEB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69">
            <a:extLst>
              <a:ext uri="{FF2B5EF4-FFF2-40B4-BE49-F238E27FC236}">
                <a16:creationId xmlns:a16="http://schemas.microsoft.com/office/drawing/2014/main" id="{172D7069-DFE2-5022-D58E-F4A4DBEE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C38FC6-D428-9553-6B83-A267FF9F1CB3}"/>
              </a:ext>
            </a:extLst>
          </p:cNvPr>
          <p:cNvSpPr/>
          <p:nvPr/>
        </p:nvSpPr>
        <p:spPr bwMode="auto">
          <a:xfrm>
            <a:off x="691208" y="2260600"/>
            <a:ext cx="1752600" cy="2336800"/>
          </a:xfrm>
          <a:prstGeom prst="ellipse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2" name="Picture 11">
            <a:hlinkClick r:id="rId3"/>
            <a:extLst>
              <a:ext uri="{FF2B5EF4-FFF2-40B4-BE49-F238E27FC236}">
                <a16:creationId xmlns:a16="http://schemas.microsoft.com/office/drawing/2014/main" id="{77F481B2-1312-FBFF-89BF-9D5778311D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5B034B-95B1-2BE6-81C9-FE70C76378AB}"/>
              </a:ext>
            </a:extLst>
          </p:cNvPr>
          <p:cNvSpPr txBox="1"/>
          <p:nvPr/>
        </p:nvSpPr>
        <p:spPr>
          <a:xfrm>
            <a:off x="3886200" y="6167439"/>
            <a:ext cx="29701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750" dirty="0">
                <a:solidFill>
                  <a:schemeClr val="bg1">
                    <a:lumMod val="25000"/>
                  </a:schemeClr>
                </a:solidFill>
              </a:rPr>
              <a:t>Template designed by the eLearning Unit @Kab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6B1C2C4-E9FA-365B-BD4D-A81AE312F0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3811" y="4877095"/>
            <a:ext cx="1956380" cy="1005681"/>
          </a:xfrm>
        </p:spPr>
        <p:txBody>
          <a:bodyPr/>
          <a:lstStyle>
            <a:lvl1pPr marL="0" indent="0" algn="ctr">
              <a:buNone/>
              <a:defRPr sz="1050" b="1">
                <a:solidFill>
                  <a:srgbClr val="0072BC"/>
                </a:solidFill>
                <a:latin typeface="+mn-lt"/>
              </a:defRPr>
            </a:lvl1pPr>
            <a:lvl2pPr marL="342900" indent="0" algn="ctr">
              <a:buNone/>
              <a:defRPr sz="900" b="1">
                <a:solidFill>
                  <a:srgbClr val="0B8C45"/>
                </a:solidFill>
                <a:latin typeface="+mn-lt"/>
              </a:defRPr>
            </a:lvl2pPr>
            <a:lvl3pPr marL="685800" indent="0" algn="ctr">
              <a:buNone/>
              <a:defRPr sz="825">
                <a:latin typeface="+mn-lt"/>
              </a:defRPr>
            </a:lvl3pPr>
            <a:lvl4pPr marL="1028700" indent="0" algn="ctr">
              <a:buNone/>
              <a:defRPr sz="788">
                <a:latin typeface="+mn-lt"/>
              </a:defRPr>
            </a:lvl4pPr>
            <a:lvl5pPr marL="1371600" indent="0" algn="ctr">
              <a:buNone/>
              <a:defRPr sz="78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0E6999-F868-8A78-C4F3-6935D72F50D6}"/>
              </a:ext>
            </a:extLst>
          </p:cNvPr>
          <p:cNvSpPr/>
          <p:nvPr/>
        </p:nvSpPr>
        <p:spPr bwMode="auto">
          <a:xfrm>
            <a:off x="3695700" y="2260600"/>
            <a:ext cx="1752600" cy="2336800"/>
          </a:xfrm>
          <a:prstGeom prst="ellipse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90E177C-ECDF-0959-3D9C-83EB4AE564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7960" y="4877095"/>
            <a:ext cx="1956380" cy="1005681"/>
          </a:xfrm>
        </p:spPr>
        <p:txBody>
          <a:bodyPr/>
          <a:lstStyle>
            <a:lvl1pPr marL="0" indent="0" algn="ctr">
              <a:buNone/>
              <a:defRPr sz="1050" b="1">
                <a:solidFill>
                  <a:srgbClr val="0072BC"/>
                </a:solidFill>
                <a:latin typeface="+mn-lt"/>
              </a:defRPr>
            </a:lvl1pPr>
            <a:lvl2pPr marL="342900" indent="0" algn="ctr">
              <a:buNone/>
              <a:defRPr sz="900" b="1">
                <a:solidFill>
                  <a:srgbClr val="0B8C45"/>
                </a:solidFill>
                <a:latin typeface="+mn-lt"/>
              </a:defRPr>
            </a:lvl2pPr>
            <a:lvl3pPr marL="685800" indent="0" algn="ctr">
              <a:buNone/>
              <a:defRPr sz="825">
                <a:latin typeface="+mn-lt"/>
              </a:defRPr>
            </a:lvl3pPr>
            <a:lvl4pPr marL="1028700" indent="0" algn="ctr">
              <a:buNone/>
              <a:defRPr sz="788">
                <a:latin typeface="+mn-lt"/>
              </a:defRPr>
            </a:lvl4pPr>
            <a:lvl5pPr marL="1371600" indent="0" algn="ctr">
              <a:buNone/>
              <a:defRPr sz="78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AFEAB1-07A3-0FA1-9A93-25EB915EAFEA}"/>
              </a:ext>
            </a:extLst>
          </p:cNvPr>
          <p:cNvSpPr/>
          <p:nvPr/>
        </p:nvSpPr>
        <p:spPr bwMode="auto">
          <a:xfrm>
            <a:off x="6419850" y="2260600"/>
            <a:ext cx="1752600" cy="2336800"/>
          </a:xfrm>
          <a:prstGeom prst="ellipse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86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0"/>
          <p:cNvPicPr preferRelativeResize="0"/>
          <p:nvPr/>
        </p:nvPicPr>
        <p:blipFill rotWithShape="1">
          <a:blip r:embed="rId2">
            <a:alphaModFix/>
          </a:blip>
          <a:srcRect l="30967" t="-317" r="17116" b="317"/>
          <a:stretch/>
        </p:blipFill>
        <p:spPr>
          <a:xfrm>
            <a:off x="7144" y="1"/>
            <a:ext cx="9136856" cy="34466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2313" y="186955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 dirty="0">
                <a:solidFill>
                  <a:srgbClr val="003366"/>
                </a:solidFill>
                <a:latin typeface="+mj-lt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722313" y="4126039"/>
            <a:ext cx="7772400" cy="116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22859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800" b="0">
                <a:solidFill>
                  <a:srgbClr val="0072BC"/>
                </a:solidFill>
                <a:latin typeface="+mn-lt"/>
              </a:defRPr>
            </a:lvl1pPr>
            <a:lvl2pPr marL="914378" lvl="1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400"/>
            </a:lvl2pPr>
            <a:lvl3pPr marL="1371566" lvl="2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None/>
              <a:defRPr sz="1200"/>
            </a:lvl3pPr>
            <a:lvl4pPr marL="1828754" lvl="3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Gill Sans"/>
              <a:buNone/>
              <a:defRPr sz="1100"/>
            </a:lvl4pPr>
            <a:lvl5pPr marL="2285943" lvl="4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5pPr>
            <a:lvl6pPr marL="2743132" lvl="5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6pPr>
            <a:lvl7pPr marL="3200320" lvl="6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7pPr>
            <a:lvl8pPr marL="3657509" lvl="7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8pPr>
            <a:lvl9pPr marL="4114697" lvl="8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6" name="Google Shape;206;p30"/>
          <p:cNvSpPr txBox="1">
            <a:spLocks noGrp="1"/>
          </p:cNvSpPr>
          <p:nvPr>
            <p:ph type="ftr" idx="11"/>
          </p:nvPr>
        </p:nvSpPr>
        <p:spPr>
          <a:xfrm>
            <a:off x="3122063" y="60520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en-US"/>
          </a:p>
        </p:txBody>
      </p:sp>
      <p:sp>
        <p:nvSpPr>
          <p:cNvPr id="207" name="Google Shape;207;p30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 flipH="1">
            <a:off x="0" y="3487089"/>
            <a:ext cx="9144000" cy="94313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210BC94-844D-36F7-3F3A-A0666986228B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69">
            <a:extLst>
              <a:ext uri="{FF2B5EF4-FFF2-40B4-BE49-F238E27FC236}">
                <a16:creationId xmlns:a16="http://schemas.microsoft.com/office/drawing/2014/main" id="{18F43B4A-7C05-C5A0-F81C-B8396641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24AA3-EDC1-F193-6327-FD891EA9F070}"/>
              </a:ext>
            </a:extLst>
          </p:cNvPr>
          <p:cNvSpPr/>
          <p:nvPr/>
        </p:nvSpPr>
        <p:spPr bwMode="auto">
          <a:xfrm rot="10800000" flipV="1">
            <a:off x="0" y="3487086"/>
            <a:ext cx="9144000" cy="94314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31691530-50B6-4E09-B9FF-0B5C204BF4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505411-F6B1-9E13-795E-1C2BA88D2650}"/>
              </a:ext>
            </a:extLst>
          </p:cNvPr>
          <p:cNvSpPr txBox="1"/>
          <p:nvPr/>
        </p:nvSpPr>
        <p:spPr>
          <a:xfrm>
            <a:off x="3086942" y="6383180"/>
            <a:ext cx="29701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25000"/>
                  </a:schemeClr>
                </a:solidFill>
              </a:rPr>
              <a:t>Template by the eLearning Unit @Kab</a:t>
            </a:r>
          </a:p>
        </p:txBody>
      </p:sp>
    </p:spTree>
    <p:extLst>
      <p:ext uri="{BB962C8B-B14F-4D97-AF65-F5344CB8AC3E}">
        <p14:creationId xmlns:p14="http://schemas.microsoft.com/office/powerpoint/2010/main" val="230886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1_Section Header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0"/>
          <p:cNvPicPr preferRelativeResize="0"/>
          <p:nvPr/>
        </p:nvPicPr>
        <p:blipFill rotWithShape="1">
          <a:blip r:embed="rId2">
            <a:alphaModFix/>
          </a:blip>
          <a:srcRect l="30967" t="-317" r="17116" b="7461"/>
          <a:stretch/>
        </p:blipFill>
        <p:spPr>
          <a:xfrm>
            <a:off x="7144" y="3657600"/>
            <a:ext cx="9136856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2313" y="3772685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 dirty="0">
                <a:solidFill>
                  <a:srgbClr val="003366"/>
                </a:solidFill>
                <a:latin typeface="+mj-lt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722313" y="5178671"/>
            <a:ext cx="7772400" cy="69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22859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800" b="0">
                <a:solidFill>
                  <a:srgbClr val="C00000"/>
                </a:solidFill>
                <a:latin typeface="+mn-lt"/>
              </a:defRPr>
            </a:lvl1pPr>
            <a:lvl2pPr marL="914378" lvl="1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400"/>
            </a:lvl2pPr>
            <a:lvl3pPr marL="1371566" lvl="2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None/>
              <a:defRPr sz="1200"/>
            </a:lvl3pPr>
            <a:lvl4pPr marL="1828754" lvl="3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Gill Sans"/>
              <a:buNone/>
              <a:defRPr sz="1100"/>
            </a:lvl4pPr>
            <a:lvl5pPr marL="2285943" lvl="4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5pPr>
            <a:lvl6pPr marL="2743132" lvl="5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6pPr>
            <a:lvl7pPr marL="3200320" lvl="6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7pPr>
            <a:lvl8pPr marL="3657509" lvl="7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8pPr>
            <a:lvl9pPr marL="4114697" lvl="8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7" name="Google Shape;207;p30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 flipH="1">
            <a:off x="0" y="3487089"/>
            <a:ext cx="9144000" cy="94313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210BC94-844D-36F7-3F3A-A0666986228B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69">
            <a:extLst>
              <a:ext uri="{FF2B5EF4-FFF2-40B4-BE49-F238E27FC236}">
                <a16:creationId xmlns:a16="http://schemas.microsoft.com/office/drawing/2014/main" id="{18F43B4A-7C05-C5A0-F81C-B8396641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24AA3-EDC1-F193-6327-FD891EA9F070}"/>
              </a:ext>
            </a:extLst>
          </p:cNvPr>
          <p:cNvSpPr/>
          <p:nvPr/>
        </p:nvSpPr>
        <p:spPr bwMode="auto">
          <a:xfrm rot="10800000" flipV="1">
            <a:off x="0" y="3487086"/>
            <a:ext cx="9144000" cy="94314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31691530-50B6-4E09-B9FF-0B5C204BF4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6E3819-AC00-D783-2C00-BB8BD78B74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347659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8893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1_Section Header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FFDBD-D3B6-EB2E-8020-513C40BD61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33670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G"/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2">
            <a:alphaModFix/>
          </a:blip>
          <a:srcRect l="30967" t="-316" r="17116" b="4725"/>
          <a:stretch/>
        </p:blipFill>
        <p:spPr>
          <a:xfrm>
            <a:off x="0" y="3563322"/>
            <a:ext cx="9144000" cy="329467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2313" y="3821069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>
              <a:defRPr sz="2700" b="1" dirty="0">
                <a:solidFill>
                  <a:srgbClr val="003366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Click to edit Master title style</a:t>
            </a:r>
            <a:endParaRPr dirty="0"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722313" y="5361707"/>
            <a:ext cx="7772400" cy="55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22859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800" b="0">
                <a:solidFill>
                  <a:srgbClr val="C00000"/>
                </a:solidFill>
                <a:latin typeface="+mn-lt"/>
              </a:defRPr>
            </a:lvl1pPr>
            <a:lvl2pPr marL="914378" lvl="1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400"/>
            </a:lvl2pPr>
            <a:lvl3pPr marL="1371566" lvl="2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None/>
              <a:defRPr sz="1200"/>
            </a:lvl3pPr>
            <a:lvl4pPr marL="1828754" lvl="3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Font typeface="Gill Sans"/>
              <a:buNone/>
              <a:defRPr sz="1100"/>
            </a:lvl4pPr>
            <a:lvl5pPr marL="2285943" lvl="4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5pPr>
            <a:lvl6pPr marL="2743132" lvl="5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6pPr>
            <a:lvl7pPr marL="3200320" lvl="6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7pPr>
            <a:lvl8pPr marL="3657509" lvl="7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8pPr>
            <a:lvl9pPr marL="4114697" lvl="8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Gill Sans"/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6" name="Google Shape;206;p30"/>
          <p:cNvSpPr txBox="1">
            <a:spLocks noGrp="1"/>
          </p:cNvSpPr>
          <p:nvPr>
            <p:ph type="ftr" idx="11"/>
          </p:nvPr>
        </p:nvSpPr>
        <p:spPr>
          <a:xfrm>
            <a:off x="3122063" y="60520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 flipH="1">
            <a:off x="0" y="3487089"/>
            <a:ext cx="9144000" cy="94313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210BC94-844D-36F7-3F3A-A0666986228B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69">
            <a:extLst>
              <a:ext uri="{FF2B5EF4-FFF2-40B4-BE49-F238E27FC236}">
                <a16:creationId xmlns:a16="http://schemas.microsoft.com/office/drawing/2014/main" id="{18F43B4A-7C05-C5A0-F81C-B8396641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24AA3-EDC1-F193-6327-FD891EA9F070}"/>
              </a:ext>
            </a:extLst>
          </p:cNvPr>
          <p:cNvSpPr/>
          <p:nvPr/>
        </p:nvSpPr>
        <p:spPr bwMode="auto">
          <a:xfrm rot="10800000" flipV="1">
            <a:off x="0" y="3487086"/>
            <a:ext cx="9144000" cy="94314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31691530-50B6-4E09-B9FF-0B5C204BF4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505411-F6B1-9E13-795E-1C2BA88D2650}"/>
              </a:ext>
            </a:extLst>
          </p:cNvPr>
          <p:cNvSpPr txBox="1"/>
          <p:nvPr/>
        </p:nvSpPr>
        <p:spPr>
          <a:xfrm>
            <a:off x="3086942" y="6383180"/>
            <a:ext cx="29701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25000"/>
                  </a:schemeClr>
                </a:solidFill>
              </a:rPr>
              <a:t>Template by the eLearning Unit @Kab</a:t>
            </a:r>
          </a:p>
        </p:txBody>
      </p:sp>
    </p:spTree>
    <p:extLst>
      <p:ext uri="{BB962C8B-B14F-4D97-AF65-F5344CB8AC3E}">
        <p14:creationId xmlns:p14="http://schemas.microsoft.com/office/powerpoint/2010/main" val="219356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797F578-57C0-368D-BB7A-64F9483C4FA4}"/>
              </a:ext>
            </a:extLst>
          </p:cNvPr>
          <p:cNvGrpSpPr/>
          <p:nvPr/>
        </p:nvGrpSpPr>
        <p:grpSpPr>
          <a:xfrm>
            <a:off x="7144" y="3"/>
            <a:ext cx="9143999" cy="1419503"/>
            <a:chOff x="9525" y="2"/>
            <a:chExt cx="12191999" cy="141950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E258122-C521-3A6F-B3F5-0621E838F7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2" r="162" b="31313"/>
            <a:stretch/>
          </p:blipFill>
          <p:spPr>
            <a:xfrm>
              <a:off x="9525" y="2"/>
              <a:ext cx="12191999" cy="1233972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89A644-026D-3390-67D2-AADC2F140CD1}"/>
                </a:ext>
              </a:extLst>
            </p:cNvPr>
            <p:cNvSpPr/>
            <p:nvPr userDrawn="1"/>
          </p:nvSpPr>
          <p:spPr bwMode="auto">
            <a:xfrm>
              <a:off x="9525" y="1338782"/>
              <a:ext cx="12191999" cy="80723"/>
            </a:xfrm>
            <a:prstGeom prst="rect">
              <a:avLst/>
            </a:prstGeom>
            <a:solidFill>
              <a:srgbClr val="0072B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8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700" b="1" i="0" u="none" strike="noStrike" cap="none" dirty="0">
                <a:solidFill>
                  <a:srgbClr val="003366"/>
                </a:solidFill>
                <a:latin typeface="+mj-lt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0072BC"/>
                </a:solidFill>
                <a:latin typeface="+mn-lt"/>
              </a:defRPr>
            </a:lvl1pPr>
            <a:lvl2pPr marL="914378" lvl="1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566" lvl="2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Gill Sans"/>
              <a:buNone/>
              <a:defRPr sz="1400" b="1"/>
            </a:lvl3pPr>
            <a:lvl4pPr marL="1828754" lvl="3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None/>
              <a:defRPr sz="1200" b="1"/>
            </a:lvl4pPr>
            <a:lvl5pPr marL="2285943" lvl="4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5pPr>
            <a:lvl6pPr marL="2743132" lvl="5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6pPr>
            <a:lvl7pPr marL="3200320" lvl="6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7pPr>
            <a:lvl8pPr marL="3657509" lvl="7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8pPr>
            <a:lvl9pPr marL="4114697" lvl="8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7" name="Google Shape;217;p31"/>
          <p:cNvSpPr txBox="1">
            <a:spLocks noGrp="1"/>
          </p:cNvSpPr>
          <p:nvPr>
            <p:ph type="body" idx="2"/>
          </p:nvPr>
        </p:nvSpPr>
        <p:spPr>
          <a:xfrm>
            <a:off x="457200" y="2174876"/>
            <a:ext cx="4040188" cy="3628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31749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800">
                <a:solidFill>
                  <a:srgbClr val="000C14"/>
                </a:solidFill>
                <a:latin typeface="+mn-lt"/>
              </a:defRPr>
            </a:lvl1pPr>
            <a:lvl2pPr marL="914378" lvl="1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500"/>
            </a:lvl2pPr>
            <a:lvl3pPr marL="1371566" lvl="2" indent="-31749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Gill Sans"/>
              <a:buChar char="•"/>
              <a:defRPr sz="1400"/>
            </a:lvl3pPr>
            <a:lvl4pPr marL="1828754" lvl="3" indent="-3047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Char char="•"/>
              <a:defRPr sz="1200"/>
            </a:lvl4pPr>
            <a:lvl5pPr marL="2285943" lvl="4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5pPr>
            <a:lvl6pPr marL="2743132" lvl="5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6pPr>
            <a:lvl7pPr marL="3200320" lvl="6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7pPr>
            <a:lvl8pPr marL="3657509" lvl="7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8pPr>
            <a:lvl9pPr marL="4114697" lvl="8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Google Shape;218;p31"/>
          <p:cNvSpPr txBox="1">
            <a:spLocks noGrp="1"/>
          </p:cNvSpPr>
          <p:nvPr>
            <p:ph type="body" idx="3"/>
          </p:nvPr>
        </p:nvSpPr>
        <p:spPr>
          <a:xfrm>
            <a:off x="4645027" y="1535114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0072BC"/>
                </a:solidFill>
                <a:latin typeface="+mn-lt"/>
              </a:defRPr>
            </a:lvl1pPr>
            <a:lvl2pPr marL="914378" lvl="1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500" b="1"/>
            </a:lvl2pPr>
            <a:lvl3pPr marL="1371566" lvl="2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Gill Sans"/>
              <a:buNone/>
              <a:defRPr sz="1400" b="1"/>
            </a:lvl3pPr>
            <a:lvl4pPr marL="1828754" lvl="3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None/>
              <a:defRPr sz="1200" b="1"/>
            </a:lvl4pPr>
            <a:lvl5pPr marL="2285943" lvl="4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5pPr>
            <a:lvl6pPr marL="2743132" lvl="5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6pPr>
            <a:lvl7pPr marL="3200320" lvl="6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7pPr>
            <a:lvl8pPr marL="3657509" lvl="7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8pPr>
            <a:lvl9pPr marL="4114697" lvl="8" indent="-22859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Google Shape;219;p31"/>
          <p:cNvSpPr txBox="1">
            <a:spLocks noGrp="1"/>
          </p:cNvSpPr>
          <p:nvPr>
            <p:ph type="body" idx="4"/>
          </p:nvPr>
        </p:nvSpPr>
        <p:spPr>
          <a:xfrm>
            <a:off x="4645027" y="2174876"/>
            <a:ext cx="4041775" cy="3628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189" lvl="0" indent="-31749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800">
                <a:solidFill>
                  <a:srgbClr val="000C14"/>
                </a:solidFill>
                <a:latin typeface="+mn-lt"/>
              </a:defRPr>
            </a:lvl1pPr>
            <a:lvl2pPr marL="914378" lvl="1" indent="-29844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500"/>
            </a:lvl2pPr>
            <a:lvl3pPr marL="1371566" lvl="2" indent="-31749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Gill Sans"/>
              <a:buChar char="•"/>
              <a:defRPr sz="1400"/>
            </a:lvl3pPr>
            <a:lvl4pPr marL="1828754" lvl="3" indent="-3047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Gill Sans"/>
              <a:buChar char="•"/>
              <a:defRPr sz="1200"/>
            </a:lvl4pPr>
            <a:lvl5pPr marL="2285943" lvl="4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5pPr>
            <a:lvl6pPr marL="2743132" lvl="5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6pPr>
            <a:lvl7pPr marL="3200320" lvl="6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7pPr>
            <a:lvl8pPr marL="3657509" lvl="7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8pPr>
            <a:lvl9pPr marL="4114697" lvl="8" indent="-29209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Gill Sans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Google Shape;220;p31"/>
          <p:cNvSpPr txBox="1">
            <a:spLocks noGrp="1"/>
          </p:cNvSpPr>
          <p:nvPr>
            <p:ph type="ftr" idx="11"/>
          </p:nvPr>
        </p:nvSpPr>
        <p:spPr>
          <a:xfrm>
            <a:off x="3122063" y="60520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en-US"/>
          </a:p>
        </p:txBody>
      </p:sp>
      <p:sp>
        <p:nvSpPr>
          <p:cNvPr id="221" name="Google Shape;221;p31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973F634-0916-0FDD-0987-3EF880BCCFC3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Rectangle 69">
            <a:extLst>
              <a:ext uri="{FF2B5EF4-FFF2-40B4-BE49-F238E27FC236}">
                <a16:creationId xmlns:a16="http://schemas.microsoft.com/office/drawing/2014/main" id="{39A9D2FB-058F-9F76-0572-E09208083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pic>
        <p:nvPicPr>
          <p:cNvPr id="19" name="Picture 18">
            <a:hlinkClick r:id="rId3"/>
            <a:extLst>
              <a:ext uri="{FF2B5EF4-FFF2-40B4-BE49-F238E27FC236}">
                <a16:creationId xmlns:a16="http://schemas.microsoft.com/office/drawing/2014/main" id="{AFFDF590-2FC7-D3BD-F9E4-1929B273C8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717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549967" y="374113"/>
            <a:ext cx="8151812" cy="61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003366"/>
                </a:solidFill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26" name="Google Shape;226;p32"/>
          <p:cNvSpPr txBox="1">
            <a:spLocks noGrp="1"/>
          </p:cNvSpPr>
          <p:nvPr>
            <p:ph type="ftr" idx="11"/>
          </p:nvPr>
        </p:nvSpPr>
        <p:spPr>
          <a:xfrm>
            <a:off x="3122063" y="60520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en-US"/>
          </a:p>
        </p:txBody>
      </p:sp>
      <p:sp>
        <p:nvSpPr>
          <p:cNvPr id="227" name="Google Shape;227;p32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292BD38-E497-76EA-0395-57F567720C10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Rectangle 69">
            <a:extLst>
              <a:ext uri="{FF2B5EF4-FFF2-40B4-BE49-F238E27FC236}">
                <a16:creationId xmlns:a16="http://schemas.microsoft.com/office/drawing/2014/main" id="{5A8DCD0C-B564-31E2-4E51-6C13BBCA6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DC4729F3-483A-2754-54CC-80A0A44C0E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845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>
            <a:spLocks noGrp="1"/>
          </p:cNvSpPr>
          <p:nvPr>
            <p:ph type="ftr" idx="11"/>
          </p:nvPr>
        </p:nvSpPr>
        <p:spPr>
          <a:xfrm>
            <a:off x="3122063" y="60520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en-US"/>
          </a:p>
        </p:txBody>
      </p:sp>
      <p:sp>
        <p:nvSpPr>
          <p:cNvPr id="232" name="Google Shape;232;p33"/>
          <p:cNvSpPr/>
          <p:nvPr/>
        </p:nvSpPr>
        <p:spPr>
          <a:xfrm>
            <a:off x="566298" y="6167438"/>
            <a:ext cx="289322" cy="385763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522753" y="6181726"/>
            <a:ext cx="376411" cy="32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5393" y="5805663"/>
            <a:ext cx="599759" cy="7996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5E56829-68B6-5561-1CF4-72FDE5DCD06C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Rectangle 69">
            <a:extLst>
              <a:ext uri="{FF2B5EF4-FFF2-40B4-BE49-F238E27FC236}">
                <a16:creationId xmlns:a16="http://schemas.microsoft.com/office/drawing/2014/main" id="{115FB227-5EB8-68C0-50EB-951A6133B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3864ECB6-E2DE-C600-DAE0-A71D515E3B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85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tails -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3BEC12-1DF9-EC15-6DDA-7AB7D8680996}"/>
              </a:ext>
            </a:extLst>
          </p:cNvPr>
          <p:cNvGrpSpPr/>
          <p:nvPr/>
        </p:nvGrpSpPr>
        <p:grpSpPr>
          <a:xfrm>
            <a:off x="7144" y="-35509"/>
            <a:ext cx="9143999" cy="1419503"/>
            <a:chOff x="9525" y="2"/>
            <a:chExt cx="12191999" cy="141950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52C0DE-0625-7A75-7CCC-FE04E8E6B1E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2" r="162" b="31313"/>
            <a:stretch/>
          </p:blipFill>
          <p:spPr>
            <a:xfrm>
              <a:off x="9525" y="2"/>
              <a:ext cx="12191999" cy="1233972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91E278-75F9-9A3E-705E-43C3EEB53EBE}"/>
                </a:ext>
              </a:extLst>
            </p:cNvPr>
            <p:cNvSpPr/>
            <p:nvPr userDrawn="1"/>
          </p:nvSpPr>
          <p:spPr bwMode="auto">
            <a:xfrm>
              <a:off x="9525" y="1338782"/>
              <a:ext cx="12191999" cy="80723"/>
            </a:xfrm>
            <a:prstGeom prst="rect">
              <a:avLst/>
            </a:prstGeom>
            <a:solidFill>
              <a:srgbClr val="0072B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074D5E-2D17-6BD5-3150-9EC31F486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77" y="143571"/>
            <a:ext cx="8151812" cy="1054892"/>
          </a:xfrm>
        </p:spPr>
        <p:txBody>
          <a:bodyPr anchor="ctr"/>
          <a:lstStyle>
            <a:lvl1pPr algn="ctr">
              <a:defRPr b="1">
                <a:solidFill>
                  <a:srgbClr val="00336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079AD9-3CB1-64A9-3605-AAEC8EBCDC19}"/>
              </a:ext>
            </a:extLst>
          </p:cNvPr>
          <p:cNvSpPr/>
          <p:nvPr/>
        </p:nvSpPr>
        <p:spPr bwMode="auto">
          <a:xfrm>
            <a:off x="566296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ectangle 69">
            <a:extLst>
              <a:ext uri="{FF2B5EF4-FFF2-40B4-BE49-F238E27FC236}">
                <a16:creationId xmlns:a16="http://schemas.microsoft.com/office/drawing/2014/main" id="{966C293B-3441-87D3-D898-93C30436A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51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F32D06-0C74-7D77-9195-04DDF165E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1663" y="1605037"/>
            <a:ext cx="8114326" cy="4238795"/>
          </a:xfrm>
        </p:spPr>
        <p:txBody>
          <a:bodyPr/>
          <a:lstStyle>
            <a:lvl1pPr>
              <a:buClr>
                <a:srgbClr val="0072BC"/>
              </a:buClr>
              <a:defRPr sz="2100">
                <a:latin typeface="+mn-lt"/>
              </a:defRPr>
            </a:lvl1pPr>
            <a:lvl2pPr>
              <a:buClr>
                <a:srgbClr val="0B8C45"/>
              </a:buClr>
              <a:defRPr sz="1800">
                <a:latin typeface="+mn-lt"/>
              </a:defRPr>
            </a:lvl2pPr>
            <a:lvl3pPr>
              <a:buClr>
                <a:srgbClr val="0072BC"/>
              </a:buClr>
              <a:defRPr sz="1500">
                <a:latin typeface="+mn-lt"/>
              </a:defRPr>
            </a:lvl3pPr>
            <a:lvl4pPr>
              <a:buClr>
                <a:srgbClr val="0B8C45"/>
              </a:buClr>
              <a:defRPr sz="1350">
                <a:latin typeface="+mn-lt"/>
              </a:defRPr>
            </a:lvl4pPr>
            <a:lvl5pPr>
              <a:buClr>
                <a:srgbClr val="0072BC"/>
              </a:buClr>
              <a:defRPr sz="1350">
                <a:latin typeface="+mn-lt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8741FE4D-AF36-0073-7AFA-3676C43CD4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218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7F351B-85F5-4263-A15F-52D63CDB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" b="12"/>
          <a:stretch/>
        </p:blipFill>
        <p:spPr>
          <a:xfrm>
            <a:off x="1" y="-1"/>
            <a:ext cx="294393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85B8A8-DD60-6E64-8617-3800BB8AA5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1" r="48330"/>
          <a:stretch/>
        </p:blipFill>
        <p:spPr>
          <a:xfrm>
            <a:off x="7429500" y="1047750"/>
            <a:ext cx="1714500" cy="4762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0" y="673770"/>
            <a:ext cx="5308707" cy="4965030"/>
          </a:xfrm>
        </p:spPr>
        <p:txBody>
          <a:bodyPr/>
          <a:lstStyle>
            <a:lvl1pPr>
              <a:buClr>
                <a:srgbClr val="0072BC"/>
              </a:buClr>
              <a:defRPr>
                <a:latin typeface="+mn-lt"/>
              </a:defRPr>
            </a:lvl1pPr>
            <a:lvl2pPr>
              <a:buClr>
                <a:srgbClr val="0B8C45"/>
              </a:buClr>
              <a:defRPr>
                <a:latin typeface="+mn-lt"/>
              </a:defRPr>
            </a:lvl2pPr>
            <a:lvl3pPr>
              <a:buClr>
                <a:srgbClr val="0072BC"/>
              </a:buCl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072E-3404-4A69-87F9-5E53C2774270}"/>
              </a:ext>
            </a:extLst>
          </p:cNvPr>
          <p:cNvSpPr/>
          <p:nvPr/>
        </p:nvSpPr>
        <p:spPr bwMode="auto">
          <a:xfrm rot="16200000">
            <a:off x="-362451" y="3388130"/>
            <a:ext cx="6858000" cy="81741"/>
          </a:xfrm>
          <a:prstGeom prst="rect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52" y="1526852"/>
            <a:ext cx="2627684" cy="2133599"/>
          </a:xfrm>
        </p:spPr>
        <p:txBody>
          <a:bodyPr/>
          <a:lstStyle>
            <a:lvl1pPr>
              <a:defRPr sz="2400" b="1">
                <a:solidFill>
                  <a:srgbClr val="003366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0B52A-87AF-49AC-A069-5E2E17ADC032}"/>
              </a:ext>
            </a:extLst>
          </p:cNvPr>
          <p:cNvCxnSpPr/>
          <p:nvPr/>
        </p:nvCxnSpPr>
        <p:spPr bwMode="auto">
          <a:xfrm>
            <a:off x="171450" y="3810000"/>
            <a:ext cx="265503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B8C4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6842845-48E2-C52D-C692-52BDAA843DEA}"/>
              </a:ext>
            </a:extLst>
          </p:cNvPr>
          <p:cNvSpPr/>
          <p:nvPr/>
        </p:nvSpPr>
        <p:spPr bwMode="auto">
          <a:xfrm>
            <a:off x="238633" y="6167438"/>
            <a:ext cx="289322" cy="385762"/>
          </a:xfrm>
          <a:prstGeom prst="ellipse">
            <a:avLst/>
          </a:prstGeom>
          <a:solidFill>
            <a:srgbClr val="0072B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69">
            <a:extLst>
              <a:ext uri="{FF2B5EF4-FFF2-40B4-BE49-F238E27FC236}">
                <a16:creationId xmlns:a16="http://schemas.microsoft.com/office/drawing/2014/main" id="{597D026F-CA14-673C-42D7-5B13364C6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088" y="6181726"/>
            <a:ext cx="376412" cy="32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3B405BB5-1723-47E6-8FDA-E36D86FBCAE4}" type="slidenum">
              <a:rPr lang="en-US" altLang="en-US" sz="825" smtClean="0"/>
              <a:pPr/>
              <a:t>‹#›</a:t>
            </a:fld>
            <a:endParaRPr lang="en-US" altLang="en-US" sz="825" dirty="0"/>
          </a:p>
        </p:txBody>
      </p:sp>
      <p:pic>
        <p:nvPicPr>
          <p:cNvPr id="15" name="Picture 14">
            <a:hlinkClick r:id="rId4"/>
            <a:extLst>
              <a:ext uri="{FF2B5EF4-FFF2-40B4-BE49-F238E27FC236}">
                <a16:creationId xmlns:a16="http://schemas.microsoft.com/office/drawing/2014/main" id="{0EF616A4-F9D4-9580-1DD9-1D363D60A7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 bwMode="auto">
          <a:xfrm>
            <a:off x="8105392" y="5805661"/>
            <a:ext cx="599759" cy="799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39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423864" y="495303"/>
            <a:ext cx="8151812" cy="109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148" name="Google Shape;148;p24"/>
          <p:cNvSpPr txBox="1">
            <a:spLocks noGrp="1"/>
          </p:cNvSpPr>
          <p:nvPr>
            <p:ph type="body" idx="1"/>
          </p:nvPr>
        </p:nvSpPr>
        <p:spPr>
          <a:xfrm>
            <a:off x="444502" y="1714500"/>
            <a:ext cx="8110537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500"/>
              <a:buFont typeface="Noto Sans Symbols"/>
              <a:buChar char="▪"/>
              <a:defRPr sz="2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ill Sans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Gill Sans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ill Sans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ill Sans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ill Sans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ill Sans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ill Sans"/>
              <a:buChar char="•"/>
              <a:defRPr sz="15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dirty="0"/>
          </a:p>
        </p:txBody>
      </p:sp>
      <p:sp>
        <p:nvSpPr>
          <p:cNvPr id="149" name="Google Shape;149;p24"/>
          <p:cNvSpPr txBox="1">
            <a:spLocks noGrp="1"/>
          </p:cNvSpPr>
          <p:nvPr>
            <p:ph type="dt" idx="10"/>
          </p:nvPr>
        </p:nvSpPr>
        <p:spPr>
          <a:xfrm>
            <a:off x="444501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150" name="Google Shape;150;p24"/>
          <p:cNvSpPr txBox="1">
            <a:spLocks noGrp="1"/>
          </p:cNvSpPr>
          <p:nvPr>
            <p:ph type="ftr" idx="11"/>
          </p:nvPr>
        </p:nvSpPr>
        <p:spPr>
          <a:xfrm>
            <a:off x="31432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/>
          </a:p>
        </p:txBody>
      </p:sp>
      <p:sp>
        <p:nvSpPr>
          <p:cNvPr id="151" name="Google Shape;151;p24"/>
          <p:cNvSpPr txBox="1">
            <a:spLocks noGrp="1"/>
          </p:cNvSpPr>
          <p:nvPr>
            <p:ph type="sldNum" idx="12"/>
          </p:nvPr>
        </p:nvSpPr>
        <p:spPr>
          <a:xfrm>
            <a:off x="6670675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3366"/>
          </a:solidFill>
          <a:latin typeface="Feast of Flesh BB" panose="02000506000000020004" pitchFamily="2" charset="0"/>
          <a:ea typeface="Feast of Flesh BB" panose="02000506000000020004" pitchFamily="2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C14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Storing, Retrieving, Updating &amp; Deleting Data using PHP (OOP-MySQLi)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CRUD Operations with PHP and MySQL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PHP: Popular server-side scripting language</a:t>
            </a:r>
          </a:p>
          <a:p>
            <a:r>
              <a:t>- MySQL: Relational Database Management System (RDBMS)</a:t>
            </a:r>
          </a:p>
          <a:p>
            <a:r>
              <a:t>- MySQLi: Improved extension for database interaction</a:t>
            </a:r>
          </a:p>
          <a:p>
            <a:r>
              <a:t>- CRUD = Create, Read, Update, Delete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b="1" dirty="0"/>
          </a:p>
          <a:p>
            <a:r>
              <a:rPr sz="2000" b="1" dirty="0">
                <a:latin typeface="Courier New"/>
              </a:rPr>
              <a:t>&lt;?</a:t>
            </a:r>
            <a:r>
              <a:rPr sz="2000" b="1" dirty="0" err="1">
                <a:latin typeface="Courier New"/>
              </a:rPr>
              <a:t>php</a:t>
            </a:r>
            <a:r>
              <a:rPr sz="2000" b="1" dirty="0">
                <a:latin typeface="Courier New"/>
              </a:rPr>
              <a:t>
$</a:t>
            </a:r>
            <a:r>
              <a:rPr sz="2000" b="1" dirty="0" err="1">
                <a:latin typeface="Courier New"/>
              </a:rPr>
              <a:t>servername</a:t>
            </a:r>
            <a:r>
              <a:rPr sz="2000" b="1" dirty="0">
                <a:latin typeface="Courier New"/>
              </a:rPr>
              <a:t> = "localhost";
$username = "root";
$password = "";
$</a:t>
            </a:r>
            <a:r>
              <a:rPr sz="2000" b="1" dirty="0" err="1">
                <a:latin typeface="Courier New"/>
              </a:rPr>
              <a:t>dbname</a:t>
            </a:r>
            <a:r>
              <a:rPr sz="2000" b="1" dirty="0">
                <a:latin typeface="Courier New"/>
              </a:rPr>
              <a:t> = "school";
$conn = new </a:t>
            </a:r>
            <a:r>
              <a:rPr sz="2000" b="1" dirty="0" err="1">
                <a:latin typeface="Courier New"/>
              </a:rPr>
              <a:t>mysqli</a:t>
            </a:r>
            <a:r>
              <a:rPr sz="2000" b="1" dirty="0">
                <a:latin typeface="Courier New"/>
              </a:rPr>
              <a:t>($</a:t>
            </a:r>
            <a:r>
              <a:rPr sz="2000" b="1" dirty="0" err="1">
                <a:latin typeface="Courier New"/>
              </a:rPr>
              <a:t>servername</a:t>
            </a:r>
            <a:r>
              <a:rPr sz="2000" b="1" dirty="0">
                <a:latin typeface="Courier New"/>
              </a:rPr>
              <a:t>, $username, $password, $</a:t>
            </a:r>
            <a:r>
              <a:rPr sz="2000" b="1" dirty="0" err="1">
                <a:latin typeface="Courier New"/>
              </a:rPr>
              <a:t>dbname</a:t>
            </a:r>
            <a:r>
              <a:rPr sz="2000" b="1" dirty="0">
                <a:latin typeface="Courier New"/>
              </a:rPr>
              <a:t>);
if ($conn-&gt;</a:t>
            </a:r>
            <a:r>
              <a:rPr sz="2000" b="1" dirty="0" err="1">
                <a:latin typeface="Courier New"/>
              </a:rPr>
              <a:t>connect_error</a:t>
            </a:r>
            <a:r>
              <a:rPr sz="2000" b="1" dirty="0">
                <a:latin typeface="Courier New"/>
              </a:rPr>
              <a:t>) {
   die("Connection failed: " . $conn-&gt;</a:t>
            </a:r>
            <a:r>
              <a:rPr sz="2000" b="1" dirty="0" err="1">
                <a:latin typeface="Courier New"/>
              </a:rPr>
              <a:t>connect_error</a:t>
            </a:r>
            <a:r>
              <a:rPr sz="2000" b="1" dirty="0">
                <a:latin typeface="Courier New"/>
              </a:rPr>
              <a:t>);
}
echo "Connected successfully";
?&gt;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Connection (OOP-MySQLi)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000" b="1" dirty="0"/>
          </a:p>
          <a:p>
            <a:r>
              <a:rPr b="1" dirty="0">
                <a:latin typeface="Courier New"/>
              </a:rPr>
              <a:t>&lt;?</a:t>
            </a:r>
            <a:r>
              <a:rPr b="1" dirty="0" err="1">
                <a:latin typeface="Courier New"/>
              </a:rPr>
              <a:t>php</a:t>
            </a:r>
            <a:r>
              <a:rPr b="1" dirty="0">
                <a:latin typeface="Courier New"/>
              </a:rPr>
              <a:t>
$</a:t>
            </a:r>
            <a:r>
              <a:rPr b="1" dirty="0" err="1">
                <a:latin typeface="Courier New"/>
              </a:rPr>
              <a:t>sql</a:t>
            </a:r>
            <a:r>
              <a:rPr b="1" dirty="0">
                <a:latin typeface="Courier New"/>
              </a:rPr>
              <a:t> = "INSERT INTO students (name, age, course) 
        VALUES ('John Doe', 20, 'IT')";
if ($conn-&gt;query($</a:t>
            </a:r>
            <a:r>
              <a:rPr b="1" dirty="0" err="1">
                <a:latin typeface="Courier New"/>
              </a:rPr>
              <a:t>sql</a:t>
            </a:r>
            <a:r>
              <a:rPr b="1" dirty="0">
                <a:latin typeface="Courier New"/>
              </a:rPr>
              <a:t>) === TRUE) {
   echo "New record created successfully";
} else {
   echo "Error: " . $conn-&gt;error;
}
?&gt;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(Insert Data)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4000" b="1" dirty="0"/>
          </a:p>
          <a:p>
            <a:r>
              <a:rPr b="1" dirty="0">
                <a:latin typeface="Courier New"/>
              </a:rPr>
              <a:t>&lt;?</a:t>
            </a:r>
            <a:r>
              <a:rPr b="1" dirty="0" err="1">
                <a:latin typeface="Courier New"/>
              </a:rPr>
              <a:t>php</a:t>
            </a:r>
            <a:r>
              <a:rPr lang="en-US" b="1" dirty="0">
                <a:latin typeface="Courier New"/>
              </a:rPr>
              <a:t>  </a:t>
            </a:r>
            <a:r>
              <a:rPr b="1" dirty="0">
                <a:latin typeface="Courier New"/>
              </a:rPr>
              <a:t>$</a:t>
            </a:r>
            <a:r>
              <a:rPr b="1" dirty="0" err="1">
                <a:latin typeface="Courier New"/>
              </a:rPr>
              <a:t>sql</a:t>
            </a:r>
            <a:r>
              <a:rPr b="1" dirty="0">
                <a:latin typeface="Courier New"/>
              </a:rPr>
              <a:t> = "SELECT id, name, age, course FROM students";
$result = $conn-&gt;query($</a:t>
            </a:r>
            <a:r>
              <a:rPr b="1" dirty="0" err="1">
                <a:latin typeface="Courier New"/>
              </a:rPr>
              <a:t>sql</a:t>
            </a:r>
            <a:r>
              <a:rPr b="1" dirty="0">
                <a:latin typeface="Courier New"/>
              </a:rPr>
              <a:t>);
if ($result-&gt;</a:t>
            </a:r>
            <a:r>
              <a:rPr b="1" dirty="0" err="1">
                <a:latin typeface="Courier New"/>
              </a:rPr>
              <a:t>num_rows</a:t>
            </a:r>
            <a:r>
              <a:rPr b="1" dirty="0">
                <a:latin typeface="Courier New"/>
              </a:rPr>
              <a:t> &gt; 0) {
   while($row = $result-&gt;</a:t>
            </a:r>
            <a:r>
              <a:rPr b="1" dirty="0" err="1">
                <a:latin typeface="Courier New"/>
              </a:rPr>
              <a:t>fetch_assoc</a:t>
            </a:r>
            <a:r>
              <a:rPr b="1" dirty="0">
                <a:latin typeface="Courier New"/>
              </a:rPr>
              <a:t>()) {
      echo $row["id"]. " - " . $row["name"]. "&lt;</a:t>
            </a:r>
            <a:r>
              <a:rPr b="1" dirty="0" err="1">
                <a:latin typeface="Courier New"/>
              </a:rPr>
              <a:t>br</a:t>
            </a:r>
            <a:r>
              <a:rPr b="1" dirty="0">
                <a:latin typeface="Courier New"/>
              </a:rPr>
              <a:t>&gt;";
   }
} else {
   echo "0 results";
}</a:t>
            </a:r>
            <a:r>
              <a:rPr lang="en-US" b="1" dirty="0">
                <a:latin typeface="Courier New"/>
              </a:rPr>
              <a:t> </a:t>
            </a:r>
            <a:r>
              <a:rPr b="1" dirty="0">
                <a:latin typeface="Courier New"/>
              </a:rPr>
              <a:t>?&gt;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(Retrieve Data)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4145" y="673770"/>
            <a:ext cx="5944503" cy="4965030"/>
          </a:xfrm>
        </p:spPr>
        <p:txBody>
          <a:bodyPr/>
          <a:lstStyle/>
          <a:p>
            <a:endParaRPr sz="3600" b="1" dirty="0"/>
          </a:p>
          <a:p>
            <a:r>
              <a:rPr sz="2000" b="1" dirty="0">
                <a:latin typeface="Courier New"/>
              </a:rPr>
              <a:t>&lt;?</a:t>
            </a:r>
            <a:r>
              <a:rPr sz="2000" b="1" dirty="0" err="1">
                <a:latin typeface="Courier New"/>
              </a:rPr>
              <a:t>php</a:t>
            </a:r>
            <a:r>
              <a:rPr lang="en-US" sz="2000" b="1" dirty="0">
                <a:latin typeface="Courier New"/>
              </a:rPr>
              <a:t> </a:t>
            </a:r>
            <a:r>
              <a:rPr sz="2000" b="1" dirty="0">
                <a:latin typeface="Courier New"/>
              </a:rPr>
              <a:t>$</a:t>
            </a:r>
            <a:r>
              <a:rPr sz="2000" b="1" dirty="0" err="1">
                <a:latin typeface="Courier New"/>
              </a:rPr>
              <a:t>sql</a:t>
            </a:r>
            <a:r>
              <a:rPr sz="2000" b="1" dirty="0">
                <a:latin typeface="Courier New"/>
              </a:rPr>
              <a:t> = "UPDATE students 
        SET course='Computer Science' 
        WHERE id=1";
if ($conn-&gt;query($</a:t>
            </a:r>
            <a:r>
              <a:rPr sz="2000" b="1" dirty="0" err="1">
                <a:latin typeface="Courier New"/>
              </a:rPr>
              <a:t>sql</a:t>
            </a:r>
            <a:r>
              <a:rPr sz="2000" b="1" dirty="0">
                <a:latin typeface="Courier New"/>
              </a:rPr>
              <a:t>) === TRUE) {
   echo "Record updated successfully";
} else {
   echo "Error: ". $conn-&gt;error;
}</a:t>
            </a:r>
            <a:r>
              <a:rPr lang="en-US" sz="2000" b="1" dirty="0">
                <a:latin typeface="Courier New"/>
              </a:rPr>
              <a:t> </a:t>
            </a:r>
            <a:r>
              <a:rPr sz="2000" b="1" dirty="0">
                <a:latin typeface="Courier New"/>
              </a:rPr>
              <a:t>?&gt;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D3487A-3877-84A8-D05F-E77DC101D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dirty="0"/>
              <a:t>You have been hired as a junior developer in an organization. The organization wants to automate the way it manages its records, which are currently kept in books. They have requested you to design and implement a simple database-driven application using </a:t>
            </a:r>
            <a:r>
              <a:rPr lang="en-US" sz="1200" b="1" dirty="0"/>
              <a:t>PHP (OOP–</a:t>
            </a:r>
            <a:r>
              <a:rPr lang="en-US" sz="1200" b="1" dirty="0" err="1"/>
              <a:t>MySQLi</a:t>
            </a:r>
            <a:r>
              <a:rPr lang="en-US" sz="1200" b="1" dirty="0"/>
              <a:t>)</a:t>
            </a:r>
            <a:r>
              <a:rPr lang="en-US" sz="1200" dirty="0"/>
              <a:t> and </a:t>
            </a:r>
            <a:r>
              <a:rPr lang="en-US" sz="1200" b="1" dirty="0"/>
              <a:t>MySQL</a:t>
            </a:r>
            <a:r>
              <a:rPr lang="en-US" sz="1200" dirty="0"/>
              <a:t>.</a:t>
            </a:r>
          </a:p>
          <a:p>
            <a:r>
              <a:rPr lang="en-US" sz="1200" dirty="0"/>
              <a:t>The organization has not specified the exact type of system, the tables required, or the records to be stored. As the developer, it is your responsibility to: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Identify the kind of records that the organization might want to manage.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Design an appropriate MySQL database and tables to store those records.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Develop PHP scripts to perform the following operations on the records: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Create</a:t>
            </a:r>
            <a:r>
              <a:rPr lang="en-US" sz="1200" dirty="0"/>
              <a:t> (insert new records)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Read</a:t>
            </a:r>
            <a:r>
              <a:rPr lang="en-US" sz="1200" dirty="0"/>
              <a:t> (retrieve and display records)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Update</a:t>
            </a:r>
            <a:r>
              <a:rPr lang="en-US" sz="1200" dirty="0"/>
              <a:t> (modify existing records)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Delete</a:t>
            </a:r>
            <a:r>
              <a:rPr lang="en-US" sz="1200" dirty="0"/>
              <a:t> (remove records)</a:t>
            </a:r>
          </a:p>
          <a:p>
            <a:r>
              <a:rPr lang="en-US" sz="1200" b="1" dirty="0"/>
              <a:t>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Use </a:t>
            </a:r>
            <a:r>
              <a:rPr lang="en-US" sz="1200" b="1" dirty="0"/>
              <a:t>PHP with OOP–</a:t>
            </a:r>
            <a:r>
              <a:rPr lang="en-US" sz="1200" b="1" dirty="0" err="1"/>
              <a:t>MySQLi</a:t>
            </a:r>
            <a:r>
              <a:rPr lang="en-US" sz="1200" dirty="0"/>
              <a:t> for database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Demonstrate </a:t>
            </a:r>
            <a:r>
              <a:rPr lang="en-US" sz="1200" b="1" dirty="0"/>
              <a:t>prepared statements</a:t>
            </a:r>
            <a:r>
              <a:rPr lang="en-US" sz="1200" dirty="0"/>
              <a:t> in at least one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Include proper </a:t>
            </a:r>
            <a:r>
              <a:rPr lang="en-US" sz="1200" b="1" dirty="0"/>
              <a:t>error handling</a:t>
            </a:r>
            <a:r>
              <a:rPr lang="en-US" sz="1200" dirty="0"/>
              <a:t> and close database connections.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Use simple HTML forms to allow interaction with the system.</a:t>
            </a:r>
          </a:p>
          <a:p>
            <a:r>
              <a:rPr lang="en-US" sz="1200" b="1" dirty="0"/>
              <a:t>Marking Guide (20 Marks)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Database design &amp; creation</a:t>
            </a:r>
            <a:r>
              <a:rPr lang="en-US" sz="1200" dirty="0"/>
              <a:t> – 4 marks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Insert (Create) functionality</a:t>
            </a:r>
            <a:r>
              <a:rPr lang="en-US" sz="1200" dirty="0"/>
              <a:t> – 4 marks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Retrieve (Read) functionality</a:t>
            </a:r>
            <a:r>
              <a:rPr lang="en-US" sz="1200" dirty="0"/>
              <a:t> – 4 marks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Update functionality</a:t>
            </a:r>
            <a:r>
              <a:rPr lang="en-US" sz="1200" dirty="0"/>
              <a:t> – 4 marks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Delete functionality</a:t>
            </a:r>
            <a:r>
              <a:rPr lang="en-US" sz="1200" dirty="0"/>
              <a:t> – 4 marks</a:t>
            </a:r>
          </a:p>
          <a:p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038353-56E2-D4D3-CA9C-ED0A3EAF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</a:t>
            </a:r>
          </a:p>
        </p:txBody>
      </p:sp>
    </p:spTree>
    <p:extLst>
      <p:ext uri="{BB962C8B-B14F-4D97-AF65-F5344CB8AC3E}">
        <p14:creationId xmlns:p14="http://schemas.microsoft.com/office/powerpoint/2010/main" val="374689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1018" y="673770"/>
            <a:ext cx="6192982" cy="4965030"/>
          </a:xfrm>
        </p:spPr>
        <p:txBody>
          <a:bodyPr/>
          <a:lstStyle/>
          <a:p>
            <a:endParaRPr sz="4000" b="1" dirty="0"/>
          </a:p>
          <a:p>
            <a:r>
              <a:rPr b="1" dirty="0">
                <a:latin typeface="Courier New"/>
              </a:rPr>
              <a:t>&lt;?</a:t>
            </a:r>
            <a:r>
              <a:rPr b="1" dirty="0" err="1">
                <a:latin typeface="Courier New"/>
              </a:rPr>
              <a:t>php</a:t>
            </a:r>
            <a:r>
              <a:rPr b="1" dirty="0">
                <a:latin typeface="Courier New"/>
              </a:rPr>
              <a:t>
$</a:t>
            </a:r>
            <a:r>
              <a:rPr b="1" dirty="0" err="1">
                <a:latin typeface="Courier New"/>
              </a:rPr>
              <a:t>sql</a:t>
            </a:r>
            <a:r>
              <a:rPr b="1" dirty="0">
                <a:latin typeface="Courier New"/>
              </a:rPr>
              <a:t> = "DELETE FROM students WHERE id=1";
if ($conn-&gt;query($</a:t>
            </a:r>
            <a:r>
              <a:rPr b="1" dirty="0" err="1">
                <a:latin typeface="Courier New"/>
              </a:rPr>
              <a:t>sql</a:t>
            </a:r>
            <a:r>
              <a:rPr b="1" dirty="0">
                <a:latin typeface="Courier New"/>
              </a:rPr>
              <a:t>) === TRUE) {
   echo "Record deleted successfully";
} else {
   echo "Error: " . $conn-&gt;error;
}
?&gt;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8262" y="673770"/>
            <a:ext cx="6425738" cy="4965030"/>
          </a:xfrm>
        </p:spPr>
        <p:txBody>
          <a:bodyPr/>
          <a:lstStyle/>
          <a:p>
            <a:endParaRPr sz="4000" b="1" dirty="0"/>
          </a:p>
          <a:p>
            <a:r>
              <a:rPr b="1" dirty="0">
                <a:latin typeface="Courier New"/>
              </a:rPr>
              <a:t>$</a:t>
            </a:r>
            <a:r>
              <a:rPr b="1" dirty="0" err="1">
                <a:latin typeface="Courier New"/>
              </a:rPr>
              <a:t>stmt</a:t>
            </a:r>
            <a:r>
              <a:rPr b="1" dirty="0">
                <a:latin typeface="Courier New"/>
              </a:rPr>
              <a:t> = $conn-&gt;prepare("INSERT INTO students (name, age, course) VALUES (?, ?, ?)");
$</a:t>
            </a:r>
            <a:r>
              <a:rPr b="1" dirty="0" err="1">
                <a:latin typeface="Courier New"/>
              </a:rPr>
              <a:t>stmt</a:t>
            </a:r>
            <a:r>
              <a:rPr b="1" dirty="0">
                <a:latin typeface="Courier New"/>
              </a:rPr>
              <a:t>-&gt;</a:t>
            </a:r>
            <a:r>
              <a:rPr b="1" dirty="0" err="1">
                <a:latin typeface="Courier New"/>
              </a:rPr>
              <a:t>bind_param</a:t>
            </a:r>
            <a:r>
              <a:rPr b="1" dirty="0">
                <a:latin typeface="Courier New"/>
              </a:rPr>
              <a:t>("sis", $name, $age, $course);
$name = "Jane";
$age = 22;
$course = "Engineering";
$</a:t>
            </a:r>
            <a:r>
              <a:rPr b="1" dirty="0" err="1">
                <a:latin typeface="Courier New"/>
              </a:rPr>
              <a:t>stmt</a:t>
            </a:r>
            <a:r>
              <a:rPr b="1" dirty="0">
                <a:latin typeface="Courier New"/>
              </a:rPr>
              <a:t>-&gt;execute();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Prepared Statements (Best Practice)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324" y="673770"/>
            <a:ext cx="5930083" cy="4965030"/>
          </a:xfrm>
        </p:spPr>
        <p:txBody>
          <a:bodyPr/>
          <a:lstStyle/>
          <a:p>
            <a:endParaRPr sz="5400" b="1" dirty="0"/>
          </a:p>
          <a:p>
            <a:r>
              <a:rPr sz="3600" b="1" dirty="0">
                <a:latin typeface="Courier New"/>
              </a:rPr>
              <a:t>if ($conn-&gt;error) {
   echo "Error: " . $conn-&gt;error;
}
$conn-&gt;close();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&amp; Closing Connection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114300" indent="0">
              <a:buNone/>
            </a:pPr>
            <a:r>
              <a:rPr dirty="0"/>
              <a:t> CRUD with PHP (OOP-</a:t>
            </a:r>
            <a:r>
              <a:rPr dirty="0" err="1"/>
              <a:t>MySQLi</a:t>
            </a:r>
            <a:r>
              <a:rPr dirty="0"/>
              <a:t>)</a:t>
            </a:r>
          </a:p>
          <a:p>
            <a:r>
              <a:rPr dirty="0"/>
              <a:t>   Create</a:t>
            </a:r>
            <a:r>
              <a:rPr lang="en-US" dirty="0"/>
              <a:t> (</a:t>
            </a:r>
            <a:r>
              <a:rPr dirty="0"/>
              <a:t> Insert records</a:t>
            </a:r>
            <a:r>
              <a:rPr lang="en-US" dirty="0"/>
              <a:t>)</a:t>
            </a:r>
            <a:endParaRPr dirty="0"/>
          </a:p>
          <a:p>
            <a:r>
              <a:rPr dirty="0"/>
              <a:t>   Read</a:t>
            </a:r>
            <a:r>
              <a:rPr lang="en-US" dirty="0"/>
              <a:t> (</a:t>
            </a:r>
            <a:r>
              <a:rPr dirty="0"/>
              <a:t> Retrieve records</a:t>
            </a:r>
            <a:r>
              <a:rPr lang="en-US" dirty="0"/>
              <a:t>)</a:t>
            </a:r>
            <a:endParaRPr dirty="0"/>
          </a:p>
          <a:p>
            <a:r>
              <a:rPr dirty="0"/>
              <a:t>   Update</a:t>
            </a:r>
            <a:r>
              <a:rPr lang="en-US" dirty="0"/>
              <a:t>(  </a:t>
            </a:r>
            <a:r>
              <a:rPr dirty="0"/>
              <a:t>Modify records</a:t>
            </a:r>
            <a:r>
              <a:rPr lang="en-US" dirty="0"/>
              <a:t>)</a:t>
            </a:r>
            <a:endParaRPr dirty="0"/>
          </a:p>
          <a:p>
            <a:r>
              <a:rPr dirty="0"/>
              <a:t>   Delete</a:t>
            </a:r>
            <a:r>
              <a:rPr lang="en-US" dirty="0"/>
              <a:t> (</a:t>
            </a:r>
            <a:r>
              <a:rPr dirty="0"/>
              <a:t>Remove records</a:t>
            </a:r>
            <a:r>
              <a:rPr lang="en-US" dirty="0"/>
              <a:t>)</a:t>
            </a:r>
            <a:endParaRPr dirty="0"/>
          </a:p>
          <a:p>
            <a:r>
              <a:rPr dirty="0"/>
              <a:t>Use prepared statements for security</a:t>
            </a:r>
          </a:p>
          <a:p>
            <a:r>
              <a:rPr dirty="0"/>
              <a:t>Always handle errors &amp; close connections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D497C3-6E39-B454-96A1-25A7800D5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4700" y="673770"/>
            <a:ext cx="5753799" cy="4965030"/>
          </a:xfrm>
        </p:spPr>
        <p:txBody>
          <a:bodyPr/>
          <a:lstStyle/>
          <a:p>
            <a:pPr marL="114300" indent="0">
              <a:buNone/>
            </a:pPr>
            <a:r>
              <a:rPr lang="en-US" sz="1400" dirty="0"/>
              <a:t>You have been hired as a junior developer in an organization. The </a:t>
            </a:r>
            <a:r>
              <a:rPr lang="en-US" sz="1400" dirty="0" err="1"/>
              <a:t>organisation</a:t>
            </a:r>
            <a:r>
              <a:rPr lang="en-US" sz="1400" dirty="0"/>
              <a:t> aims to automate its record management, currently handled manually in books. They have requested you to design and implement a simple database-driven application using </a:t>
            </a:r>
            <a:r>
              <a:rPr lang="en-US" sz="1400" b="1" dirty="0"/>
              <a:t>PHP (OOP–</a:t>
            </a:r>
            <a:r>
              <a:rPr lang="en-US" sz="1400" b="1" dirty="0" err="1"/>
              <a:t>MySQLi</a:t>
            </a:r>
            <a:r>
              <a:rPr lang="en-US" sz="1400" b="1" dirty="0"/>
              <a:t>)</a:t>
            </a:r>
            <a:r>
              <a:rPr lang="en-US" sz="1400" dirty="0"/>
              <a:t> and </a:t>
            </a:r>
            <a:r>
              <a:rPr lang="en-US" sz="1400" b="1" dirty="0" err="1"/>
              <a:t>MySQL</a:t>
            </a:r>
            <a:r>
              <a:rPr lang="en-US" sz="1400" dirty="0" err="1"/>
              <a:t>.The</a:t>
            </a:r>
            <a:r>
              <a:rPr lang="en-US" sz="1400" dirty="0"/>
              <a:t> </a:t>
            </a:r>
            <a:r>
              <a:rPr lang="en-US" sz="1400" dirty="0" err="1"/>
              <a:t>organisation</a:t>
            </a:r>
            <a:r>
              <a:rPr lang="en-US" sz="1400" dirty="0"/>
              <a:t> has not specified the exact type of system, the tables required, or the records to be stored. As the developer, it is your responsibility to:-</a:t>
            </a:r>
          </a:p>
          <a:p>
            <a:pPr marL="114300" indent="0">
              <a:buNone/>
            </a:pPr>
            <a:r>
              <a:rPr lang="en-US" sz="1400" dirty="0"/>
              <a:t>Identify the kind of records that the </a:t>
            </a:r>
            <a:r>
              <a:rPr lang="en-US" sz="1400" dirty="0" err="1"/>
              <a:t>organisation</a:t>
            </a:r>
            <a:r>
              <a:rPr lang="en-US" sz="1400" dirty="0"/>
              <a:t> might want to manage.</a:t>
            </a:r>
          </a:p>
          <a:p>
            <a:pPr marL="114300" indent="0">
              <a:buNone/>
            </a:pPr>
            <a:r>
              <a:rPr lang="en-US" sz="1400" dirty="0"/>
              <a:t>Design an appropriate MySQL database and tables to store those records.</a:t>
            </a:r>
          </a:p>
          <a:p>
            <a:pPr marL="114300" indent="0">
              <a:buNone/>
            </a:pPr>
            <a:r>
              <a:rPr lang="en-US" sz="1400" dirty="0"/>
              <a:t>Develop PHP scripts to perform the following operations on the records: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Create</a:t>
            </a:r>
            <a:r>
              <a:rPr lang="en-US" sz="1400" dirty="0"/>
              <a:t> (insert new records)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Read</a:t>
            </a:r>
            <a:r>
              <a:rPr lang="en-US" sz="1400" dirty="0"/>
              <a:t> (retrieve and display records)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Update</a:t>
            </a:r>
            <a:r>
              <a:rPr lang="en-US" sz="1400" dirty="0"/>
              <a:t> (modify existing records)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Delete</a:t>
            </a:r>
            <a:r>
              <a:rPr lang="en-US" sz="1400" dirty="0"/>
              <a:t> (remove records)</a:t>
            </a:r>
          </a:p>
          <a:p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7D4827-4C24-6E97-DBA9-2CC197B3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</a:t>
            </a:r>
          </a:p>
        </p:txBody>
      </p:sp>
    </p:spTree>
    <p:extLst>
      <p:ext uri="{BB962C8B-B14F-4D97-AF65-F5344CB8AC3E}">
        <p14:creationId xmlns:p14="http://schemas.microsoft.com/office/powerpoint/2010/main" val="11256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A062FC-FA7F-FFBB-F503-AC5A8A947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Use </a:t>
            </a:r>
            <a:r>
              <a:rPr lang="en-US" sz="1800" b="1" dirty="0"/>
              <a:t>PHP with OOP–</a:t>
            </a:r>
            <a:r>
              <a:rPr lang="en-US" sz="1800" b="1" dirty="0" err="1"/>
              <a:t>MySQLi</a:t>
            </a:r>
            <a:r>
              <a:rPr lang="en-US" sz="1800" dirty="0"/>
              <a:t> for database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Demonstrate </a:t>
            </a:r>
            <a:r>
              <a:rPr lang="en-US" sz="1800" b="1" dirty="0"/>
              <a:t>prepared statements</a:t>
            </a:r>
            <a:r>
              <a:rPr lang="en-US" sz="1800" dirty="0"/>
              <a:t> in at least one operation.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Include proper </a:t>
            </a:r>
            <a:r>
              <a:rPr lang="en-US" sz="1800" b="1" dirty="0"/>
              <a:t>error handling</a:t>
            </a:r>
            <a:r>
              <a:rPr lang="en-US" sz="1800" dirty="0"/>
              <a:t> and close database connections.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Use simple HTML forms to allow interaction with the system.</a:t>
            </a:r>
          </a:p>
          <a:p>
            <a:pPr marL="114300" indent="0">
              <a:buNone/>
            </a:pPr>
            <a:r>
              <a:rPr lang="en-US" sz="1800" b="1" dirty="0"/>
              <a:t>Marking Guide (20 Marks)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Database design &amp; creation</a:t>
            </a:r>
            <a:r>
              <a:rPr lang="en-US" sz="1800" dirty="0"/>
              <a:t> – 4 marks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Insert (Create) functionality</a:t>
            </a:r>
            <a:r>
              <a:rPr lang="en-US" sz="1800" dirty="0"/>
              <a:t> – 2 marks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Retrieve (Read) functionality</a:t>
            </a:r>
            <a:r>
              <a:rPr lang="en-US" sz="1800" dirty="0"/>
              <a:t> – 2 marks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Update functionality</a:t>
            </a:r>
            <a:r>
              <a:rPr lang="en-US" sz="1800" dirty="0"/>
              <a:t> – 2 marks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Delete functionality</a:t>
            </a:r>
            <a:r>
              <a:rPr lang="en-US" sz="1800" dirty="0"/>
              <a:t> – 2 marks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Presentation of your system -8 Marks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dirty="0"/>
              <a:t>All codes will be put on GitHub, and a link submitted to the eLearning system under test 1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7B18D4-AA73-FEDD-B54A-F3276497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 Continue..</a:t>
            </a:r>
          </a:p>
        </p:txBody>
      </p:sp>
    </p:spTree>
    <p:extLst>
      <p:ext uri="{BB962C8B-B14F-4D97-AF65-F5344CB8AC3E}">
        <p14:creationId xmlns:p14="http://schemas.microsoft.com/office/powerpoint/2010/main" val="24895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ld Stripes">
  <a:themeElements>
    <a:clrScheme name="Kab Colors">
      <a:dk1>
        <a:srgbClr val="00395E"/>
      </a:dk1>
      <a:lt1>
        <a:srgbClr val="FFFFFF"/>
      </a:lt1>
      <a:dk2>
        <a:srgbClr val="0072BC"/>
      </a:dk2>
      <a:lt2>
        <a:srgbClr val="FFC756"/>
      </a:lt2>
      <a:accent1>
        <a:srgbClr val="0072BC"/>
      </a:accent1>
      <a:accent2>
        <a:srgbClr val="038B45"/>
      </a:accent2>
      <a:accent3>
        <a:srgbClr val="FFC756"/>
      </a:accent3>
      <a:accent4>
        <a:srgbClr val="FFFF00"/>
      </a:accent4>
      <a:accent5>
        <a:srgbClr val="FFFFFF"/>
      </a:accent5>
      <a:accent6>
        <a:srgbClr val="C8C8C8"/>
      </a:accent6>
      <a:hlink>
        <a:srgbClr val="0072BC"/>
      </a:hlink>
      <a:folHlink>
        <a:srgbClr val="9A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Kabale-Uni-Powerpoint-Template-ver1_082024</Template>
  <TotalTime>109</TotalTime>
  <Words>1067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Feast of Flesh BB</vt:lpstr>
      <vt:lpstr>Gill Sans</vt:lpstr>
      <vt:lpstr>Noto Sans Symbols</vt:lpstr>
      <vt:lpstr>Bold Stripes</vt:lpstr>
      <vt:lpstr>Storing, Retrieving, Updating &amp; Deleting Data using PHP (OOP-MySQLi)</vt:lpstr>
      <vt:lpstr>Introduction</vt:lpstr>
      <vt:lpstr>Database Connection (OOP-MySQLi)</vt:lpstr>
      <vt:lpstr>Create (Insert Data)</vt:lpstr>
      <vt:lpstr>Read (Retrieve Data)</vt:lpstr>
      <vt:lpstr>Update Data</vt:lpstr>
      <vt:lpstr>TEST 1</vt:lpstr>
      <vt:lpstr>Delete Data</vt:lpstr>
      <vt:lpstr>Prepared Statements (Best Practice)</vt:lpstr>
      <vt:lpstr>Error Handling &amp; Closing Connection</vt:lpstr>
      <vt:lpstr>Summary</vt:lpstr>
      <vt:lpstr>TEST 1</vt:lpstr>
      <vt:lpstr>Test  Continue..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Storing, Retrieving, Updating &amp; Deleting Data using PHP (OOP-MySQLi)</dc:title>
  <dc:subject/>
  <dc:creator>Brian Kasozi</dc:creator>
  <cp:keywords/>
  <dc:description>generated using python-pptx</dc:description>
  <cp:lastModifiedBy>Brian Kasozi</cp:lastModifiedBy>
  <cp:revision>2</cp:revision>
  <dcterms:created xsi:type="dcterms:W3CDTF">2013-01-27T09:14:16Z</dcterms:created>
  <dcterms:modified xsi:type="dcterms:W3CDTF">2025-09-17T06:23:47Z</dcterms:modified>
  <cp:category/>
</cp:coreProperties>
</file>